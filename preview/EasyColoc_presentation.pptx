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DF69084-2EC9-4419-9CE3-1DB5598235A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E98E053-9F3C-4D25-93CF-886B05086F2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9D3B5CC-F1A1-42E2-8F27-066B637661C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D925DE2-DF7A-440C-9AE8-CD02B087134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55A97B3-7820-43EA-ACAA-1D82B8A4BC3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47CCA7F-227A-4167-9836-9466889B54D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A500911-14AA-437C-A00E-5B0FF3025A1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64E1A40-C8B1-4435-BD58-A938F64ADBF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5196384-6404-431E-8A07-DFCCD5CE6B8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8AE38FB-1CF8-40BC-AD42-F78E573B821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0845931-B793-407E-8FBD-479A15DF95D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0" y="0"/>
            <a:ext cx="12191400" cy="109692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914400" y="274320"/>
            <a:ext cx="6375240" cy="103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FiraCode Nerd Font Mono"/>
              </a:rPr>
              <a:t>EasyColoc Platform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FiraCode Nerd Font Mono"/>
              </a:rPr>
              <a:t>Gestion simple des dépenses en colocation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" name="Picture 4" descr="house.png"/>
          <p:cNvPicPr/>
          <p:nvPr/>
        </p:nvPicPr>
        <p:blipFill>
          <a:blip r:embed="rId1"/>
          <a:stretch/>
        </p:blipFill>
        <p:spPr>
          <a:xfrm>
            <a:off x="914400" y="2011680"/>
            <a:ext cx="2742840" cy="274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TextBox 5"/>
          <p:cNvSpPr/>
          <p:nvPr/>
        </p:nvSpPr>
        <p:spPr>
          <a:xfrm>
            <a:off x="4572000" y="2286000"/>
            <a:ext cx="5338440" cy="85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Présenté par :</a:t>
            </a: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FiraCode Nerd Font"/>
              </a:rPr>
              <a:t> Oussama Kara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FiraCode Nerd Font Mono"/>
              </a:rPr>
              <a:t>Laravel • PHP • MySQL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2"/>
          <p:cNvSpPr/>
          <p:nvPr/>
        </p:nvSpPr>
        <p:spPr>
          <a:xfrm>
            <a:off x="914400" y="731520"/>
            <a:ext cx="91436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Problème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Rounded Rectangle 3"/>
          <p:cNvSpPr/>
          <p:nvPr/>
        </p:nvSpPr>
        <p:spPr>
          <a:xfrm>
            <a:off x="914400" y="1828800"/>
            <a:ext cx="4571640" cy="274284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Box 4"/>
          <p:cNvSpPr/>
          <p:nvPr/>
        </p:nvSpPr>
        <p:spPr>
          <a:xfrm>
            <a:off x="1188720" y="2057400"/>
            <a:ext cx="402300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Problème en colocation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Qui paie ?</a:t>
            </a:r>
            <a:br>
              <a:rPr sz="1800"/>
            </a:br>
            <a:r>
              <a:rPr lang="en-US" sz="18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Calcul difficile</a:t>
            </a:r>
            <a:br>
              <a:rPr sz="1800"/>
            </a:br>
            <a:r>
              <a:rPr lang="en-US" sz="18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Conflits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" name="Picture 5" descr="people.png"/>
          <p:cNvPicPr/>
          <p:nvPr/>
        </p:nvPicPr>
        <p:blipFill>
          <a:blip r:embed="rId1"/>
          <a:stretch/>
        </p:blipFill>
        <p:spPr>
          <a:xfrm>
            <a:off x="6400800" y="1828800"/>
            <a:ext cx="2742840" cy="2742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914400" y="731520"/>
            <a:ext cx="91436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Solution EasyColoc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Rounded Rectangle 3"/>
          <p:cNvSpPr/>
          <p:nvPr/>
        </p:nvSpPr>
        <p:spPr>
          <a:xfrm>
            <a:off x="914400" y="1828800"/>
            <a:ext cx="4571640" cy="274284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4"/>
          <p:cNvSpPr/>
          <p:nvPr/>
        </p:nvSpPr>
        <p:spPr>
          <a:xfrm>
            <a:off x="1188720" y="2057400"/>
            <a:ext cx="402300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Application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Créer colocation</a:t>
            </a:r>
            <a:br>
              <a:rPr sz="1800"/>
            </a:br>
            <a:r>
              <a:rPr lang="en-US" sz="18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Inviter membres</a:t>
            </a:r>
            <a:br>
              <a:rPr sz="1800"/>
            </a:br>
            <a:r>
              <a:rPr lang="en-US" sz="18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Ajouter dépenses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" name="Picture 5" descr="money.png"/>
          <p:cNvPicPr/>
          <p:nvPr/>
        </p:nvPicPr>
        <p:blipFill>
          <a:blip r:embed="rId1"/>
          <a:stretch/>
        </p:blipFill>
        <p:spPr>
          <a:xfrm>
            <a:off x="6400800" y="1828800"/>
            <a:ext cx="2742840" cy="2742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Box 2"/>
          <p:cNvSpPr/>
          <p:nvPr/>
        </p:nvSpPr>
        <p:spPr>
          <a:xfrm>
            <a:off x="914400" y="731520"/>
            <a:ext cx="91436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Fonctionnalités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ounded Rectangle 3"/>
          <p:cNvSpPr/>
          <p:nvPr/>
        </p:nvSpPr>
        <p:spPr>
          <a:xfrm>
            <a:off x="914400" y="1828800"/>
            <a:ext cx="3657240" cy="274284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TextBox 4"/>
          <p:cNvSpPr/>
          <p:nvPr/>
        </p:nvSpPr>
        <p:spPr>
          <a:xfrm>
            <a:off x="1188720" y="2057400"/>
            <a:ext cx="310860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Utilisateurs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Inscription</a:t>
            </a:r>
            <a:br>
              <a:rPr sz="1800"/>
            </a:br>
            <a:r>
              <a:rPr lang="en-US" sz="18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Connexion</a:t>
            </a:r>
            <a:br>
              <a:rPr sz="1800"/>
            </a:br>
            <a:r>
              <a:rPr lang="en-US" sz="18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Admin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Rounded Rectangle 5"/>
          <p:cNvSpPr/>
          <p:nvPr/>
        </p:nvSpPr>
        <p:spPr>
          <a:xfrm>
            <a:off x="5486400" y="1828800"/>
            <a:ext cx="3657240" cy="274284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6"/>
          <p:cNvSpPr/>
          <p:nvPr/>
        </p:nvSpPr>
        <p:spPr>
          <a:xfrm>
            <a:off x="5760720" y="2057400"/>
            <a:ext cx="310860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Dépenses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Ajouter</a:t>
            </a:r>
            <a:br>
              <a:rPr sz="1800"/>
            </a:br>
            <a:r>
              <a:rPr lang="en-US" sz="18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Catégories</a:t>
            </a:r>
            <a:br>
              <a:rPr sz="1800"/>
            </a:br>
            <a:r>
              <a:rPr lang="en-US" sz="18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Paiements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Box 2"/>
          <p:cNvSpPr/>
          <p:nvPr/>
        </p:nvSpPr>
        <p:spPr>
          <a:xfrm>
            <a:off x="914400" y="731520"/>
            <a:ext cx="91436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Architecture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Rounded Rectangle 3"/>
          <p:cNvSpPr/>
          <p:nvPr/>
        </p:nvSpPr>
        <p:spPr>
          <a:xfrm>
            <a:off x="914400" y="1828800"/>
            <a:ext cx="2742840" cy="182844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4"/>
          <p:cNvSpPr/>
          <p:nvPr/>
        </p:nvSpPr>
        <p:spPr>
          <a:xfrm>
            <a:off x="1188720" y="2057400"/>
            <a:ext cx="21942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Interface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Utilisateur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Rounded Rectangle 5"/>
          <p:cNvSpPr/>
          <p:nvPr/>
        </p:nvSpPr>
        <p:spPr>
          <a:xfrm>
            <a:off x="4572000" y="1828800"/>
            <a:ext cx="2742840" cy="182844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TextBox 6"/>
          <p:cNvSpPr/>
          <p:nvPr/>
        </p:nvSpPr>
        <p:spPr>
          <a:xfrm>
            <a:off x="4846320" y="2057400"/>
            <a:ext cx="21942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Controller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Logique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Rounded Rectangle 7"/>
          <p:cNvSpPr/>
          <p:nvPr/>
        </p:nvSpPr>
        <p:spPr>
          <a:xfrm>
            <a:off x="8229600" y="1828800"/>
            <a:ext cx="2742840" cy="182844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TextBox 8"/>
          <p:cNvSpPr/>
          <p:nvPr/>
        </p:nvSpPr>
        <p:spPr>
          <a:xfrm>
            <a:off x="8503920" y="2057400"/>
            <a:ext cx="21942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Base données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MySQL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Right Arrow 9"/>
          <p:cNvSpPr/>
          <p:nvPr/>
        </p:nvSpPr>
        <p:spPr>
          <a:xfrm>
            <a:off x="3657600" y="2377440"/>
            <a:ext cx="914040" cy="548280"/>
          </a:xfrm>
          <a:prstGeom prst="rightArrow">
            <a:avLst>
              <a:gd name="adj1" fmla="val 50000"/>
              <a:gd name="adj2" fmla="val 50000"/>
            </a:avLst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Right Arrow 10"/>
          <p:cNvSpPr/>
          <p:nvPr/>
        </p:nvSpPr>
        <p:spPr>
          <a:xfrm>
            <a:off x="7315200" y="2377440"/>
            <a:ext cx="914040" cy="548280"/>
          </a:xfrm>
          <a:prstGeom prst="rightArrow">
            <a:avLst>
              <a:gd name="adj1" fmla="val 50000"/>
              <a:gd name="adj2" fmla="val 50000"/>
            </a:avLst>
          </a:prstGeom>
          <a:noFill/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TextBox 2"/>
          <p:cNvSpPr/>
          <p:nvPr/>
        </p:nvSpPr>
        <p:spPr>
          <a:xfrm>
            <a:off x="914400" y="731520"/>
            <a:ext cx="91436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Utilisation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Rounded Rectangle 3"/>
          <p:cNvSpPr/>
          <p:nvPr/>
        </p:nvSpPr>
        <p:spPr>
          <a:xfrm>
            <a:off x="914400" y="1828800"/>
            <a:ext cx="2742840" cy="182844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4"/>
          <p:cNvSpPr/>
          <p:nvPr/>
        </p:nvSpPr>
        <p:spPr>
          <a:xfrm>
            <a:off x="1188720" y="2057400"/>
            <a:ext cx="21942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Créer colocation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Rounded Rectangle 5"/>
          <p:cNvSpPr/>
          <p:nvPr/>
        </p:nvSpPr>
        <p:spPr>
          <a:xfrm>
            <a:off x="4572000" y="1828800"/>
            <a:ext cx="2742840" cy="182844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TextBox 6"/>
          <p:cNvSpPr/>
          <p:nvPr/>
        </p:nvSpPr>
        <p:spPr>
          <a:xfrm>
            <a:off x="4846320" y="2057400"/>
            <a:ext cx="21942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Inviter membres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Rounded Rectangle 7"/>
          <p:cNvSpPr/>
          <p:nvPr/>
        </p:nvSpPr>
        <p:spPr>
          <a:xfrm>
            <a:off x="8229600" y="1828800"/>
            <a:ext cx="2742840" cy="182844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Box 8"/>
          <p:cNvSpPr/>
          <p:nvPr/>
        </p:nvSpPr>
        <p:spPr>
          <a:xfrm>
            <a:off x="8503920" y="2057400"/>
            <a:ext cx="21942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Ajouter dépenses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TextBox 2"/>
          <p:cNvSpPr/>
          <p:nvPr/>
        </p:nvSpPr>
        <p:spPr>
          <a:xfrm>
            <a:off x="914400" y="731520"/>
            <a:ext cx="91436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1E293B"/>
                </a:solidFill>
                <a:effectLst/>
                <a:uFillTx/>
                <a:latin typeface="Calibri"/>
              </a:rPr>
              <a:t>Conclusion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Rounded Rectangle 3"/>
          <p:cNvSpPr/>
          <p:nvPr/>
        </p:nvSpPr>
        <p:spPr>
          <a:xfrm>
            <a:off x="1828800" y="1828800"/>
            <a:ext cx="8229240" cy="274284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TextBox 4"/>
          <p:cNvSpPr/>
          <p:nvPr/>
        </p:nvSpPr>
        <p:spPr>
          <a:xfrm>
            <a:off x="2103120" y="2057400"/>
            <a:ext cx="768060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Résultat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Gestion simple</a:t>
            </a:r>
            <a:br>
              <a:rPr sz="1800"/>
            </a:br>
            <a:r>
              <a:rPr lang="en-US" sz="18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Moins de conflits</a:t>
            </a:r>
            <a:br>
              <a:rPr sz="1800"/>
            </a:br>
            <a:r>
              <a:rPr lang="en-US" sz="18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Application utile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Application>LibreOffice/26.2.1.2$Linux_X86_64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2026-03-05T00:38:27Z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