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1E3A4F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0" y="0"/>
            <a:ext cx="1371600" cy="5143500"/>
          </a:xfrm>
          <a:prstGeom prst="rect">
            <a:avLst/>
          </a:prstGeom>
          <a:solidFill>
            <a:srgbClr val="0891B2">
              <a:alpha val="70000"/>
            </a:srgbClr>
          </a:solidFill>
          <a:ln w="12700">
            <a:solidFill>
              <a:srgbClr val="0891B2">
                <a:alpha val="70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09728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00584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EasyColoc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457200" y="196596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457200" y="28803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simple des dépenses en colocation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3429000"/>
            <a:ext cx="228600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3611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Oussama Kara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4023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 •  PHP  •  MySQL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40480" cy="640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5720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65760" y="118872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</a:t>
            </a:r>
            <a:endParaRPr lang="en-US" sz="36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2194560" cy="2194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206240" y="457200"/>
            <a:ext cx="4663440" cy="123444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206240" y="457200"/>
            <a:ext cx="54864" cy="1234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77724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074920" y="5669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paie ?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074920" y="950976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de savoir qui doit combien sans outil dédié.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206240" y="1920240"/>
            <a:ext cx="4663440" cy="123444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206240" y="1920240"/>
            <a:ext cx="54864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24028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074920" y="20299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 difficile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5074920" y="2414016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divisions inégales créent confusion et erreurs.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206240" y="3383280"/>
            <a:ext cx="4663440" cy="123444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206240" y="3383280"/>
            <a:ext cx="54864" cy="1234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3703320"/>
            <a:ext cx="502920" cy="5029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074920" y="3493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Conflits</a:t>
            </a:r>
            <a:endParaRPr lang="en-US" sz="1700" dirty="0"/>
          </a:p>
        </p:txBody>
      </p:sp>
      <p:sp>
        <p:nvSpPr>
          <p:cNvPr id="21" name="Text 15"/>
          <p:cNvSpPr/>
          <p:nvPr/>
        </p:nvSpPr>
        <p:spPr>
          <a:xfrm>
            <a:off x="5074920" y="3877056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désaccords financiers nuisent à la cohabitation.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0"/>
            <a:ext cx="2743200" cy="19202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8288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3716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E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57200" y="5029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EasyColoc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457200" y="12344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application web complète pour gérer les dépenses partagées en colocation.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" y="224028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040" y="2240280"/>
            <a:ext cx="2651760" cy="640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88720" y="2423160"/>
            <a:ext cx="914400" cy="914400"/>
          </a:xfrm>
          <a:prstGeom prst="ellipse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891B2">
                <a:alpha val="50000"/>
              </a:srgbClr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542032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11480" y="340156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colocation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11480" y="38404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Créez votre espace partagé en quelques clics.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246120" y="224028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246120" y="2240280"/>
            <a:ext cx="2651760" cy="640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114800" y="2423160"/>
            <a:ext cx="914400" cy="914400"/>
          </a:xfrm>
          <a:prstGeom prst="ellipse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2542032"/>
            <a:ext cx="640080" cy="6400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337560" y="340156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Inviter membres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3337560" y="38404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Invitez vos colocataires par e-mail facilement.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172200" y="224028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172200" y="2240280"/>
            <a:ext cx="265176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040880" y="2423160"/>
            <a:ext cx="914400" cy="914400"/>
          </a:xfrm>
          <a:prstGeom prst="ellipse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2542032"/>
            <a:ext cx="640080" cy="6400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263640" y="340156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dépenses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6263640" y="38404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Enregistrez et catégorisez toutes les dépenses.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6400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850392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435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0" y="1435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Dépenses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1874520"/>
            <a:ext cx="640080" cy="640080"/>
          </a:xfrm>
          <a:prstGeom prst="ellipse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891B2">
                <a:alpha val="50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92024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7280" y="182880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97280" y="21762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Créez votre compte en quelques secondes.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" y="2926080"/>
            <a:ext cx="640080" cy="640080"/>
          </a:xfrm>
          <a:prstGeom prst="ellipse">
            <a:avLst/>
          </a:prstGeom>
          <a:solidFill>
            <a:srgbClr val="0E7490">
              <a:alpha val="15000"/>
            </a:srgbClr>
          </a:solidFill>
          <a:ln w="12700">
            <a:solidFill>
              <a:srgbClr val="0E7490">
                <a:alpha val="50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7180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97280" y="288036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97280" y="32278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protégée par mot de passe hashé.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20040" y="3977640"/>
            <a:ext cx="640080" cy="640080"/>
          </a:xfrm>
          <a:prstGeom prst="ellipse">
            <a:avLst/>
          </a:prstGeom>
          <a:solidFill>
            <a:srgbClr val="0D1B2A">
              <a:alpha val="15000"/>
            </a:srgbClr>
          </a:solidFill>
          <a:ln w="12700">
            <a:solidFill>
              <a:srgbClr val="0D1B2A">
                <a:alpha val="50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02336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97280" y="39319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Panneau Admin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097280" y="427939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et contrôle de la colocation.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754880" y="1874520"/>
            <a:ext cx="640080" cy="640080"/>
          </a:xfrm>
          <a:prstGeom prst="ellipse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92024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32120" y="182880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dépenses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5532120" y="21762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Enregistrez rapidement toute dépense partagée.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754880" y="2926080"/>
            <a:ext cx="640080" cy="640080"/>
          </a:xfrm>
          <a:prstGeom prst="ellipse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297180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532120" y="288036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Catégories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532120" y="32278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Loyer, courses, services... organisez par type.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4754880" y="3977640"/>
            <a:ext cx="640080" cy="640080"/>
          </a:xfrm>
          <a:prstGeom prst="ellipse">
            <a:avLst/>
          </a:prstGeom>
          <a:solidFill>
            <a:srgbClr val="EF4444">
              <a:alpha val="15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4023360"/>
            <a:ext cx="457200" cy="45720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532120" y="39319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Paiements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5532120" y="427939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Suivez qui a payé et calculez les remboursements.</a:t>
            </a:r>
            <a:endParaRPr lang="en-US" sz="1100" dirty="0"/>
          </a:p>
        </p:txBody>
      </p:sp>
      <p:sp>
        <p:nvSpPr>
          <p:cNvPr id="32" name="Shape 24"/>
          <p:cNvSpPr/>
          <p:nvPr/>
        </p:nvSpPr>
        <p:spPr>
          <a:xfrm>
            <a:off x="4572000" y="1554480"/>
            <a:ext cx="36576" cy="33375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572000" y="1435608"/>
            <a:ext cx="36576" cy="33375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MVC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suit le pattern Model-View-Controller pour une séparation claire des responsabilités.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2286000" cy="2743200"/>
          </a:xfrm>
          <a:prstGeom prst="rect">
            <a:avLst/>
          </a:prstGeom>
          <a:solidFill>
            <a:srgbClr val="1E3A4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solidFill>
            <a:srgbClr val="0891B2">
              <a:alpha val="80000"/>
            </a:srgbClr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2606040"/>
            <a:ext cx="914400" cy="914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6118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Blade Templates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31520" y="44805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CSS / JS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77240" y="19933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926080"/>
            <a:ext cx="365760" cy="3657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383280" y="1920240"/>
            <a:ext cx="2286000" cy="2743200"/>
          </a:xfrm>
          <a:prstGeom prst="rect">
            <a:avLst/>
          </a:prstGeom>
          <a:solidFill>
            <a:srgbClr val="1E3A4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383280" y="1920240"/>
            <a:ext cx="2286000" cy="54864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606040"/>
            <a:ext cx="914400" cy="9144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474720" y="36118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(Logique)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47472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Routes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3474720" y="44805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Controllers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3520440" y="19933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2926080"/>
            <a:ext cx="365760" cy="36576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26480" y="1920240"/>
            <a:ext cx="2286000" cy="2743200"/>
          </a:xfrm>
          <a:prstGeom prst="rect">
            <a:avLst/>
          </a:prstGeom>
          <a:solidFill>
            <a:srgbClr val="1E3A4F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126480" y="1920240"/>
            <a:ext cx="2286000" cy="548640"/>
          </a:xfrm>
          <a:prstGeom prst="rect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2606040"/>
            <a:ext cx="914400" cy="9144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217920" y="36118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621792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Eloquent ORM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6217920" y="44805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6263640" y="19933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6400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d'utilisation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777240" cy="7772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645920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1228" y="2331720"/>
            <a:ext cx="36576" cy="33832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1554480"/>
            <a:ext cx="7498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325880" y="1554480"/>
            <a:ext cx="64008" cy="9144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7556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103120" y="1627632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une colocation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2103120" y="1993392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Connectez-vous et créez un espace de colocation. Donnez-lui un nom et définissez les paramètres.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" y="2670048"/>
            <a:ext cx="777240" cy="7772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" y="2761488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81228" y="3447288"/>
            <a:ext cx="36576" cy="33832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25880" y="2670048"/>
            <a:ext cx="7498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1325880" y="2670048"/>
            <a:ext cx="64008" cy="9144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2871216"/>
            <a:ext cx="457200" cy="457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103120" y="274320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Inviter des membres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2103120" y="31089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Invitez vos colocataires par e-mail. Ils rejoindront votre colocation avec un lien d'invitation.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320040" y="3785616"/>
            <a:ext cx="777240" cy="7772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20040" y="3877056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1325880" y="3785616"/>
            <a:ext cx="7498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1325880" y="3785616"/>
            <a:ext cx="64008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3986784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103120" y="3858768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des dépenses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2103120" y="4224528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Enregistrez chaque dépense partagée avec montant, catégorie et répartition entre membres.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029200"/>
          </a:xfrm>
          <a:prstGeom prst="rect">
            <a:avLst/>
          </a:prstGeom>
          <a:solidFill>
            <a:srgbClr val="1E3A4F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0" y="0"/>
            <a:ext cx="1371600" cy="5029200"/>
          </a:xfrm>
          <a:prstGeom prst="rect">
            <a:avLst/>
          </a:prstGeom>
          <a:solidFill>
            <a:srgbClr val="0891B2">
              <a:alpha val="60000"/>
            </a:srgbClr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37160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65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77724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4200" dirty="0"/>
          </a:p>
        </p:txBody>
      </p:sp>
      <p:sp>
        <p:nvSpPr>
          <p:cNvPr id="8" name="Shape 5"/>
          <p:cNvSpPr/>
          <p:nvPr/>
        </p:nvSpPr>
        <p:spPr>
          <a:xfrm>
            <a:off x="457200" y="1645920"/>
            <a:ext cx="228600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194767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simple et intuitive des dépenses partagées</a:t>
            </a:r>
            <a:endParaRPr lang="en-US" sz="14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07208"/>
            <a:ext cx="457200" cy="457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2788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conflits grâce à la transparence financière</a:t>
            </a:r>
            <a:endParaRPr lang="en-US" sz="14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648456"/>
            <a:ext cx="457200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51560" y="3630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accessible partout, à tout moment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57200" y="44805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 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EasyColoc Platform</dc:title>
  <dc:subject>PptxGenJS Presentation</dc:subject>
  <dc:creator>Oussama Kara</dc:creator>
  <cp:lastModifiedBy>Oussama Kara</cp:lastModifiedBy>
  <cp:revision>1</cp:revision>
  <dcterms:created xsi:type="dcterms:W3CDTF">2026-03-05T00:56:51Z</dcterms:created>
  <dcterms:modified xsi:type="dcterms:W3CDTF">2026-03-05T00:56:51Z</dcterms:modified>
</cp:coreProperties>
</file>